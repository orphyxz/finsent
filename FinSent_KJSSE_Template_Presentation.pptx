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</p:sldIdLst>
  <p:sldSz cy="6858000" cx="12192000"/>
  <p:notesSz cx="6858000" cy="9144000"/>
  <p:embeddedFontLst>
    <p:embeddedFont>
      <p:font typeface="Marcellus"/>
      <p:regular r:id="rId14"/>
    </p:embeddedFont>
    <p:embeddedFont>
      <p:font typeface="Fira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5QH3I460qlIEuZ1J773U9mCAZ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Marcellus-regular.fntdata"/><Relationship Id="rId15" Type="http://schemas.openxmlformats.org/officeDocument/2006/relationships/font" Target="fonts/FiraSans-regular.fntdata"/><Relationship Id="rId16" Type="http://schemas.openxmlformats.org/officeDocument/2006/relationships/font" Target="fonts/FiraSans-bold.fntdata"/><Relationship Id="rId17" Type="http://schemas.openxmlformats.org/officeDocument/2006/relationships/font" Target="fonts/FiraSans-italic.fntdata"/><Relationship Id="rId18" Type="http://schemas.openxmlformats.org/officeDocument/2006/relationships/font" Target="fonts/FiraSans-boldItalic.fntdata"/><Relationship Id="rId19" Type="http://customschemas.google.com/relationships/presentationmetadata" Target="meta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4912aa8f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14912aa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ff18e6c2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5ff18e6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ff18e6c2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5ff18e6c2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9" name="Google Shape;9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" name="Google Shape;1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3568" y="364390"/>
            <a:ext cx="2004844" cy="58643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FinSent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Saad Waghoo</a:t>
            </a:r>
          </a:p>
          <a:p>
            <a:r>
              <a:t>K. J. Somaiya School of Engineering</a:t>
            </a:r>
          </a:p>
          <a:p>
            <a:r>
              <a:t>Department of Computer Engineering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FinSent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Saad Waghoo</a:t>
            </a:r>
          </a:p>
          <a:p>
            <a:r>
              <a:t>K. J. Somaiya School of Engineering</a:t>
            </a:r>
          </a:p>
          <a:p>
            <a:r>
              <a:t>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Problem statement and motivation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System design and provider architecture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Intelligence pipeline and composite scoring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Dashboard modules and current implementation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Progress, challenges, and future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Problem statement and motivation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System design and provider architecture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Intelligence pipeline and composite scoring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Dashboard modules and current implementation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Progress, challenges,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a live, explainable stock-intelligence dashboard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a live, explainable stock-intelligence dashboard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Retail traders see fragmented information across stock prices, news feeds, and sentiment tools.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Most dashboards show static values or unverified AI summaries without source transparency.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project goal is to combine live market context, recent news, and explainable short-term signals in one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Retail traders see fragmented information across stock prices, news feeds, and sentiment tools.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Most dashboards show static values or unverified AI summaries without source transparency.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project goal is to combine live market context, recent news, and explainable short-term signals in one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Approaches Fall Short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Common pain points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Prices and news often come from disconnected systems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Sentiment tools rarely show data freshness or provider quality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Static CSV demos do not feel deployment-ready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What FinSent improves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Provider-driven quote and news ingestion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Structured LLM interpretation with deterministic scoring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Dashboard honesty through live/stale/inferred labels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Approaches Fall Short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Common pain points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Prices and news often come from disconnected systems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Sentiment tools rarely show data freshness or provider quality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Static CSV demos do not feel deployment-ready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What FinSent improves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Provider-driven quote and news ingestion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Structured LLM interpretation with deterministic scoring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Dashboard honesty through live/stale/inferred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Fetch live or near-live stock prices and recent ticker-specific news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Classify headline relevance, tone, catalyst, and impact horizon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Blend market context with sentiment into a short-term signal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Support US, NSE India, and BSE India within one dashboard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Fetch live or near-live stock prices and recent ticker-specific news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Classify headline relevance, tone, catalyst, and impact horizon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Blend market context with sentiment into a short-term signal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Support US, NSE India, and BSE India within one dashboard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architecture and provider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architecture and provider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FinSent Delivers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Exchange-first stock selection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Provider abstractions for quotes, bars, news, and LLM analysis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SQLAlchemy persistence for news, quotes, and signal snapshots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Dash pages for Summary, News Impact, Compare, and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FinSent Delivers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Exchange-first stock selection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Provider abstractions for quotes, bars, news, and LLM analysis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SQLAlchemy persistence for news, quotes, and signal snapshots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Dash pages for Summary, News Impact, Compare, and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US market path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Polygon for quote snapshots and headline discovery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Gemini for structured news interpretation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Fallback heuristics when LLM budget or parsing fails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India market path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Kite planned for live NSE/BSE quotes and historical bars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Marketaux for India news discovery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Current price blocker is missing Kite credentials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 Registry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 normalized registry maps exchange, display name, UI label, and provider symbol.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Seed universe includes US leaders such as AAPL, AMZN, MSFT, NVDA, META, GOOGL, TSLA, JPM.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Indian universe includes RELIANCE, TCS, INFY, HDFCBANK, ICICIBANK, SBIN, and ITC across NSE/BSE.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937"/>
                </a:solidFill>
              </a:rP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463040" cy="73152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286000"/>
            <a:ext cx="1828800" cy="73152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Dash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286000"/>
            <a:ext cx="1645920" cy="73152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View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2286000" cy="146304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Provider + Intelligence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286000"/>
            <a:ext cx="1828800" cy="73152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Storage + Analytics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651760"/>
            <a:ext cx="182880" cy="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06240" y="2651760"/>
            <a:ext cx="274320" cy="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126480" y="2286000"/>
            <a:ext cx="274320" cy="3657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2286000"/>
            <a:ext cx="274320" cy="3657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840480"/>
            <a:ext cx="10058400" cy="1371600"/>
          </a:xfrm>
          <a:prstGeom prst="rect">
            <a:avLst/>
          </a:prstGeom>
          <a:noFill/>
        </p:spPr>
        <p:txBody>
          <a:bodyPr wrap="square" lIns="101600" rIns="1016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Raw quotes and headlines are fetched from providers, interpreted by Gemini, scored deterministically by app logic, persisted in SQLAlchemy/SQLite, and exposed through Dash pages.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This keeps the LLM in an analysis role rather than a primary data-source role.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937"/>
                </a:solidFill>
              </a:rPr>
              <a:t>Runtime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235440" cy="59436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Select exchange + ticker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235440" cy="59436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Fetch quote and bars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0" y="1874520"/>
            <a:ext cx="0" cy="1371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2743200"/>
            <a:ext cx="9235440" cy="59436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Fetch recent news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2606040"/>
            <a:ext cx="0" cy="1371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3474720"/>
            <a:ext cx="9235440" cy="59436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Run Gemini / heuristic analysis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3337560"/>
            <a:ext cx="0" cy="1371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4206240"/>
            <a:ext cx="9235440" cy="59436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Compute composite 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4069080"/>
            <a:ext cx="0" cy="1371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4937760"/>
            <a:ext cx="9235440" cy="594360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7"/>
                </a:solidFill>
              </a:rPr>
              <a:t>Render Summary, News Impact, Compare, Alerts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4800600"/>
            <a:ext cx="0" cy="137160"/>
          </a:xfrm>
          <a:prstGeom prst="line">
            <a:avLst/>
          </a:prstGeom>
          <a:ln w="31750">
            <a:solidFill>
              <a:srgbClr val="1E45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and Caching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Persistence layer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SQLite with SQLAlchemy entities for quotes, price bars, news articles, and signal snapshots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Schema is migration-friendly for a later PostgreSQL move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Caching strategy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Recent quote responses cached briefly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Gemini analysis cached by article hash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Fallback rules avoid repeatedly reprocessing malformed or quota-failed responses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raw data becomes an explainable short-term signal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 Ingestion Pipeline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Provider fetches recent headlines and metadata for the selected ticker.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Articles are normalized to title, source, URL, timestamp, exchange, provider, and relevance hint.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Deduplication prevents multiple copies of the same headline from distorting the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3188" y="987425"/>
            <a:ext cx="6172200" cy="4873625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E457C"/>
                </a:solidFill>
              </a:rPr>
              <a:t>Figure / screenshot placeholder</a:t>
            </a:r>
          </a:p>
          <a:p>
            <a:pPr algn="ctr"/>
            <a:r>
              <a:rPr sz="2000" b="1">
                <a:solidFill>
                  <a:srgbClr val="1E457C"/>
                </a:solidFill>
              </a:rPr>
              <a:t>(use final dashboard or architecture visual here)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Data Pipeline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Quote snapshots include price, bid, ask, spread, volume, timestamp, and freshness status.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Historical bars support timeline plots, overlap analysis, and order-flow proxy metrics.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dashboard now refuses to use ancient bars as a fake current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3188" y="987425"/>
            <a:ext cx="6172200" cy="4873625"/>
          </a:xfrm>
          <a:prstGeom prst="roundRect">
            <a:avLst/>
          </a:prstGeom>
          <a:solidFill>
            <a:srgbClr val="DFEBF7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E457C"/>
                </a:solidFill>
              </a:rPr>
              <a:t>Figure / screenshot placeholder</a:t>
            </a:r>
          </a:p>
          <a:p>
            <a:pPr algn="ctr"/>
            <a:r>
              <a:rPr sz="2000" b="1">
                <a:solidFill>
                  <a:srgbClr val="1E457C"/>
                </a:solidFill>
              </a:rPr>
              <a:t>(use final dashboard or architecture visual here)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Analysis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Structured article outputs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Relevant or not relevant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Bullish, bearish, or neutral sentiment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Confidence score and impact strength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Catalyst tag and short explanation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Safety and fallback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LLM is used for interpretation, not as the data source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JSON parsing is validated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Heuristic fallback handles quota and malformed output safely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Composite Signal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Inputs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Aggregate news sentiment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Relevance and recency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Market pressure and price movement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Volume and spread 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Outputs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Composite score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Bullish / neutral / bearish label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Signal confidence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Explanation bullets for the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Logic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Alerts now include a short final read such as Buy, Watch, or Avoid.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recommendation changes with composite signal, confidence, quote quality, and news quality.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This is framed as a short-term analytical read, not financial advice.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User-facing pages and runtime transparency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What the user sees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Current price, composite signal, confidence, and buy/sell proxy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Sentiment timeline and explanation panel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Runtime badges for source, freshness, mode, and quality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Design goal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Fast understanding of the current stock state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Honest visibility into whether the data is live, inferred, stale, or unavailable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 Impact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What it shows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Headline table with time, provider, source, sentiment, confidence, impact, catalyst, and parse status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Impact scatter using direct overlap when available and estimated impact otherwise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Why it matters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Moves the app beyond a black-box sentiment score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Lets users inspect exactly which headlines shaped the signal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Core comparisons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Indexed relative performance chart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Cross-ticker sentiment and confidence view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Short comparison brief on leadership and weakness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Demo value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Useful for presentations because it shows peer analysis, not just single-stock views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Highlights how the same pipeline scales across multiple tickers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Alerts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Monitoring layer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Active signals, recent shifts, and sector heatmap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Small final recommendation block for Buy, Watch, or Avoid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Design principle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Keep it practical and concise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Surface changes that matter without overwhelming the user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Honesty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dashboard explicitly labels price source, bars status, news provider, provider tier, freshness age, mode, and overall quality.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Modes include Market + News, Market-only fallback, News-only fallback, and Unavailable.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This transparency makes the system feel trustworthy and production-minded.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already working and what still needs finishing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Progress vs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Scheduled timeline completion: 45%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55648"/>
            <a:ext cx="9601200" cy="256032"/>
          </a:xfrm>
          <a:prstGeom prst="rect">
            <a:avLst/>
          </a:prstGeom>
          <a:solidFill>
            <a:srgbClr val="E6EAF2"/>
          </a:solidFill>
          <a:ln>
            <a:solidFill>
              <a:srgbClr val="E6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4320540" cy="256032"/>
          </a:xfrm>
          <a:prstGeom prst="rect">
            <a:avLst/>
          </a:prstGeom>
          <a:solidFill>
            <a:srgbClr val="1E457C"/>
          </a:solidFill>
          <a:ln>
            <a:solidFill>
              <a:srgbClr val="1E4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Actual implementation maturity: 75%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52928"/>
            <a:ext cx="9601200" cy="256032"/>
          </a:xfrm>
          <a:prstGeom prst="rect">
            <a:avLst/>
          </a:prstGeom>
          <a:solidFill>
            <a:srgbClr val="E6EAF2"/>
          </a:solidFill>
          <a:ln>
            <a:solidFill>
              <a:srgbClr val="E6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52928"/>
            <a:ext cx="7200900" cy="256032"/>
          </a:xfrm>
          <a:prstGeom prst="rect">
            <a:avLst/>
          </a:prstGeom>
          <a:solidFill>
            <a:srgbClr val="398152"/>
          </a:solidFill>
          <a:ln>
            <a:solidFill>
              <a:srgbClr val="398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9601200" cy="1554480"/>
          </a:xfrm>
          <a:prstGeom prst="rect">
            <a:avLst/>
          </a:prstGeom>
          <a:noFill/>
        </p:spPr>
        <p:txBody>
          <a:bodyPr wrap="square" lIns="101600" rIns="1016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project calendar places FinSent in Phase 5: Analysis &amp; Correlation.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 practice the build already includes dashboard development, provider integrations, persistence, and parts of testing/refinement.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Build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Working well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US provider path with Polygon-backed quotes and news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Marketaux-backed India news path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Gemini + heuristic fallback analysis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Multi-page Dash UI with persistence and runtime labels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Still blocked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Live NSE/BSE quotes require Kite credentials or a replacement provider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Final end-to-end testing with all providers active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Presentation-time stabilization and screenshot capture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Debugging and Refinement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Issues solved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Non-zero sentiment score persistence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LLM quota fallback and parse-safe JSON handling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News Impact table showing all recent headlines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Failed quote rows no longer override usable quotes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Practical impact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Cleaner charts and better explanation quality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More honest price handling</a:t>
            </a:r>
          </a:p>
          <a:p>
            <a:pPr lvl="1" algn="l"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Stronger portfolio-level architecture for interviews and viva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India live price support is incomplete without Kite or an alternative exchange-grade source.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Free-tier APIs can restrict quote freshness or headline volume.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Gemini quotas can force heuristic fallback during repeated refreshes.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Replace or complete the India quote provider to fully unlock NSE/BSE live prices.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Move from SQLite to PostgreSQL for larger-scale persistence.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Add authentication, deployment configuration, and provider monitoring for a true production rollout.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01600" rIns="101600" anchor="t"/>
          <a:lstStyle/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FinSent evolved from a static sentiment prototype into a provider-driven, explainable market-intelligence dashboard.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architecture now separates data sourcing, LLM interpretation, deterministic scoring, and UI presentation cleanly.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With final provider completion and testing, it is well-positioned as a strong academic and portfolio project.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2022-02-21T05:08:08Z</dcterms:created>
  <dc:creator>Pushpendra Kumar Dhansoia</dc:creator>
</cp:coreProperties>
</file>